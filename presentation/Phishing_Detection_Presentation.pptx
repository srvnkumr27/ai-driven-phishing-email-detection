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D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D33"/>
                </a:solidFill>
                <a:latin typeface="Calibri"/>
              </a:rPr>
              <a:t>Accuracy &amp; F1-score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B1D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0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Neural Network (MLP)</c:v>
                  </c:pt>
                  <c:pt idx="1">
                    <c:v>Logistic Regression</c:v>
                  </c:pt>
                  <c:pt idx="2">
                    <c:v>Random Forest</c:v>
                  </c:pt>
                  <c:pt idx="3">
                    <c:v>Naive Bayes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0.971</c:v>
                </c:pt>
                <c:pt idx="1">
                  <c:v>0.9686</c:v>
                </c:pt>
                <c:pt idx="2">
                  <c:v>0.9648</c:v>
                </c:pt>
                <c:pt idx="3">
                  <c:v>0.945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0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Neural Network (MLP)</c:v>
                  </c:pt>
                  <c:pt idx="1">
                    <c:v>Logistic Regression</c:v>
                  </c:pt>
                  <c:pt idx="2">
                    <c:v>Random Forest</c:v>
                  </c:pt>
                  <c:pt idx="3">
                    <c:v>Naive Bayes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0.976</c:v>
                </c:pt>
                <c:pt idx="1">
                  <c:v>0.9739</c:v>
                </c:pt>
                <c:pt idx="2">
                  <c:v>0.9706</c:v>
                </c:pt>
                <c:pt idx="3">
                  <c:v>0.9556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320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320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9525" cap="flat">
              <a:solidFill>
                <a:srgbClr val="D8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320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20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D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3931920"/>
            <a:ext cx="2743200" cy="274320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COMPUTING AND TECHNOLOGY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Phishing Email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Using NLP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machine-learning study across Logistic Regression, Random Forest,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and a Neural Network classifier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Notebook  •  18,650 Labeled Emails  •  4 Models Compared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machine-learning system that automatically detects phishing emails using text analysis and metadata features — built from scratch through data preprocessing, feature extraction, model training, and evaluation.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3246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358444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relies on language tricks — fake urgency, deceptive wording, malicious URLs — that NLP is well suited to detect.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4297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463600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linguistic features (TF-IDF) with structural metadata (URLs, punctuation, casing) for stronger signal than text alone.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5349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568756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validated, comparative pipeline ready for deployment as a real-time email classifier.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123444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0B1D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1920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18,650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863840" y="2651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labeled emails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63840" y="3246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60.7%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863840" y="3794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(11,322)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0" y="3246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39.3%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601200" y="3794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(7,328)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4663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863840" y="5212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0" y="4663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97.1%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601200" y="5212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NLP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B1D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677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0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278892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5204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phishing &amp; legitimate email samples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96312" y="3063240"/>
            <a:ext cx="265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21031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B1D33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22677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0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52928" y="278892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80360" y="35204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HTML, URLs, punctuation &amp; stopwords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90872" y="3063240"/>
            <a:ext cx="265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937760" y="21031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B1D33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2677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0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47488" y="278892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35204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word patterns + metadata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85432" y="3063240"/>
            <a:ext cx="265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132320" y="21031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B1D33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2677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0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42048" y="278892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69480" y="35204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tune 4 classifiers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79992" y="3063240"/>
            <a:ext cx="265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326880" y="21031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0" y="22677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436608" y="278892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64040" y="35204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846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removed HTML tags, URLs, email addresses, punctuation, and digits, then lowercased text. Stopword removal used scikit-learn's built-in English list during TF-IDF vectorization.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NLP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feature families feed every model: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0B1D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FEATURES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Vectorization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063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most informative terms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216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72160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+ bigrams (captures phrases like “click here”)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3799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37997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stopwords removed automatically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03834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503834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vocabulary that distinguishes phishing from safe email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55778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423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Signals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has_url / num_urls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3558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&amp; count of embedded links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37764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num_exclaim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4069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cues (“!!!”)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448970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uppercase_ratio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47823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SHOUTING text ratio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0" y="520293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text_length / num_words / num_digits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549554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shape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NLP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5895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366760" y="1280160"/>
            <a:ext cx="3246120" cy="4846320"/>
          </a:xfrm>
          <a:prstGeom prst="roundRect">
            <a:avLst>
              <a:gd name="adj" fmla="val 3380"/>
            </a:avLst>
          </a:prstGeom>
          <a:solidFill>
            <a:srgbClr val="0B1D33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F1-SCORE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89720" y="19842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89720" y="2267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89720" y="27614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89720" y="3044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0" y="3520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189720" y="35387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89720" y="3822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0" y="4297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189720" y="43159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89720" y="45994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0.956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0" y="521208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delivers the best balance of precision and recall, narrowly ahead of Logistic Regression.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NLP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 Confusion Matrices &amp; ROC</a:t>
            </a:r>
            <a:endParaRPr lang="en-US" sz="3000" dirty="0"/>
          </a:p>
        </p:txBody>
      </p:sp>
      <p:pic>
        <p:nvPicPr>
          <p:cNvPr id="3" name="Image 0" descr="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47120" cy="2542032"/>
          </a:xfrm>
          <a:prstGeom prst="rect">
            <a:avLst/>
          </a:prstGeom>
        </p:spPr>
      </p:pic>
      <p:pic>
        <p:nvPicPr>
          <p:cNvPr id="4" name="Image 1" descr="roc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886200"/>
            <a:ext cx="5212080" cy="2651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NLP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Predictions?</a:t>
            </a:r>
            <a:endParaRPr lang="en-US" sz="3000" dirty="0"/>
          </a:p>
        </p:txBody>
      </p:sp>
      <p:pic>
        <p:nvPicPr>
          <p:cNvPr id="3" name="Image 0" descr="logreg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583680" cy="2825496"/>
          </a:xfrm>
          <a:prstGeom prst="rect">
            <a:avLst/>
          </a:prstGeom>
        </p:spPr>
      </p:pic>
      <p:pic>
        <p:nvPicPr>
          <p:cNvPr id="4" name="Image 1" descr="metadata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34440"/>
            <a:ext cx="4480560" cy="28254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25196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coefficients (left) show the specific words that push a prediction toward Phishing or Safe. Metadata features (right) confirm that URL presence, exclamation marks, and uppercase ratio carry real predictive signal on top of vocabulary.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NLP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D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1325880" y="13533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Neural Network model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7190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F1-score (0.976); balances precision and recall for production use.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40" dirty="0"/>
          </a:p>
        </p:txBody>
      </p:sp>
      <p:sp>
        <p:nvSpPr>
          <p:cNvPr id="10" name="Text 8"/>
          <p:cNvSpPr/>
          <p:nvPr/>
        </p:nvSpPr>
        <p:spPr>
          <a:xfrm>
            <a:off x="1325880" y="24048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Logistic Regression as a lightweight fallback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27706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matches MLP performance, trains fast, and is fully interpretable.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1325880" y="34564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text + metadata features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38221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cues (URLs, urgency punctuation, casing) add signal beyond vocabulary alone.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B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1325880" y="45079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retraining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48737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language evolves — refresh the dataset and retrain periodically.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executed notebook  •  raw &amp; cleaned datasets  •  comparative analysis report  •  this presentation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NLP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2026-07-25T15:29:23Z</dcterms:created>
  <dcterms:modified xsi:type="dcterms:W3CDTF">2026-07-25T15:29:23Z</dcterms:modified>
</cp:coreProperties>
</file>